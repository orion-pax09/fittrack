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59658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9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640080"/>
            <a:ext cx="1463040" cy="1463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1945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kern="0" spc="300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GYM FITNESS TRACKER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457200" y="2743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PORTAL SYSTEM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3200400" y="3310128"/>
            <a:ext cx="274320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34930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Hamza Khan  |  Roll No: 2402941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38221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Awais Bajwa  |  Roll No: 2502857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 and why it matters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258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3258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the System?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51560" y="1737360"/>
            <a:ext cx="7589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web-based portal for tracking personal gym and fitness activities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gym members with their trainers on one platform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real-time insights through interactive dashboards</a:t>
            </a:r>
            <a:endParaRPr lang="en-US" sz="15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83464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51560" y="2834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Purpose of the Project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051560" y="3246120"/>
            <a:ext cx="7589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users monitor workouts, nutrition, weight &amp; BMI in one place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scattered manual tracking with a centralized solution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trainers to guide clients effectively through real-time chat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 by gym members and trainers today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697480" cy="2011680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81328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86968" y="14630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Centralized Tracking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1828800"/>
            <a:ext cx="24231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use multiple disconnected apps or paper logs to track workouts and diet.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00400" y="1371600"/>
            <a:ext cx="2697480" cy="2011680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1481328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721608" y="14630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Manual Tracking is Difficult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337560" y="1828800"/>
            <a:ext cx="24231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 every meal, exercise, and weight manually is tedious and error-prone.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035040" y="1371600"/>
            <a:ext cx="2697480" cy="2011680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1481328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556248" y="14630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Real-Time Progress Monitoring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6172200" y="1828800"/>
            <a:ext cx="24231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trainers nor clients can see live progress or trend data as it happens.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Proposed Solution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answer to the problem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08176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137160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Web-Based Fitness Tracking Portal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60120" y="1627632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platform accessible from any browser — no app installation needed.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066544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0120" y="2029968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Updates &amp; Live Charts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960120" y="228600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charts and stats update instantly whenever new data is added.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2724912"/>
            <a:ext cx="347472" cy="34747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0120" y="268833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Trainer–Client Interaction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960120" y="2944368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Trainers can send workout suggestions and chat directly with clients.</a:t>
            </a:r>
            <a:endParaRPr lang="en-US" sz="12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383280"/>
            <a:ext cx="347472" cy="34747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60120" y="3346704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Secure &amp; Role-Based Access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960120" y="3602736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dashboards for trainers and clients with JWT authentication.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2606040" cy="804672"/>
          </a:xfrm>
          <a:prstGeom prst="rect">
            <a:avLst/>
          </a:prstGeom>
          <a:solidFill>
            <a:srgbClr val="E8FBF5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914400"/>
            <a:ext cx="64008" cy="80467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115568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10972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Login &amp; Registration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337560" y="914400"/>
            <a:ext cx="2606040" cy="804672"/>
          </a:xfrm>
          <a:prstGeom prst="rect">
            <a:avLst/>
          </a:prstGeom>
          <a:solidFill>
            <a:srgbClr val="E8FBF5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337560" y="914400"/>
            <a:ext cx="64008" cy="80467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2152" y="1115568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931920" y="10972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 with Charts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309360" y="914400"/>
            <a:ext cx="2606040" cy="804672"/>
          </a:xfrm>
          <a:prstGeom prst="rect">
            <a:avLst/>
          </a:prstGeom>
          <a:solidFill>
            <a:srgbClr val="E8FBF5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309360" y="914400"/>
            <a:ext cx="64008" cy="80467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3952" y="1115568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03720" y="10972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BMI Calculator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365760" y="1874520"/>
            <a:ext cx="2606040" cy="804672"/>
          </a:xfrm>
          <a:prstGeom prst="rect">
            <a:avLst/>
          </a:prstGeom>
          <a:solidFill>
            <a:srgbClr val="E8FBF5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365760" y="1874520"/>
            <a:ext cx="64008" cy="80467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" y="2075688"/>
            <a:ext cx="347472" cy="3474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60120" y="20574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Nutrition Tracking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3337560" y="1874520"/>
            <a:ext cx="2606040" cy="804672"/>
          </a:xfrm>
          <a:prstGeom prst="rect">
            <a:avLst/>
          </a:prstGeom>
          <a:solidFill>
            <a:srgbClr val="E8FBF5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3337560" y="1874520"/>
            <a:ext cx="64008" cy="80467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02152" y="2075688"/>
            <a:ext cx="347472" cy="34747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931920" y="20574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Workout Logging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6309360" y="1874520"/>
            <a:ext cx="2606040" cy="804672"/>
          </a:xfrm>
          <a:prstGeom prst="rect">
            <a:avLst/>
          </a:prstGeom>
          <a:solidFill>
            <a:srgbClr val="E8FBF5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6309360" y="1874520"/>
            <a:ext cx="64008" cy="80467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3952" y="2075688"/>
            <a:ext cx="347472" cy="34747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903720" y="20574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Progress Tracking</a:t>
            </a:r>
            <a:endParaRPr lang="en-US" sz="1300" dirty="0"/>
          </a:p>
        </p:txBody>
      </p:sp>
      <p:sp>
        <p:nvSpPr>
          <p:cNvPr id="27" name="Shape 19"/>
          <p:cNvSpPr/>
          <p:nvPr/>
        </p:nvSpPr>
        <p:spPr>
          <a:xfrm>
            <a:off x="365760" y="2834640"/>
            <a:ext cx="2606040" cy="804672"/>
          </a:xfrm>
          <a:prstGeom prst="rect">
            <a:avLst/>
          </a:prstGeom>
          <a:solidFill>
            <a:srgbClr val="E8FBF5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0"/>
          <p:cNvSpPr/>
          <p:nvPr/>
        </p:nvSpPr>
        <p:spPr>
          <a:xfrm>
            <a:off x="365760" y="2834640"/>
            <a:ext cx="64008" cy="80467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0352" y="3035808"/>
            <a:ext cx="347472" cy="347472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960120" y="30175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Trainer–Client Chat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Modules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building blocks of the portal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3931920" cy="82296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188720"/>
            <a:ext cx="64008" cy="82296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99032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2618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Authentication Module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05840" y="157276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registration, login, JWT token management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65760" y="2194560"/>
            <a:ext cx="3931920" cy="82296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11" name="Shape 8"/>
          <p:cNvSpPr/>
          <p:nvPr/>
        </p:nvSpPr>
        <p:spPr>
          <a:xfrm>
            <a:off x="365760" y="2194560"/>
            <a:ext cx="64008" cy="82296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404872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05840" y="22677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 Module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005840" y="257860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for BMI, calories, workout frequency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65760" y="3200400"/>
            <a:ext cx="3931920" cy="82296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16" name="Shape 12"/>
          <p:cNvSpPr/>
          <p:nvPr/>
        </p:nvSpPr>
        <p:spPr>
          <a:xfrm>
            <a:off x="365760" y="3200400"/>
            <a:ext cx="64008" cy="82296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410712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05840" y="32735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Nutrition Module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005840" y="358444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daily meals, calories, macros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846320" y="1188720"/>
            <a:ext cx="3931920" cy="82296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21" name="Shape 16"/>
          <p:cNvSpPr/>
          <p:nvPr/>
        </p:nvSpPr>
        <p:spPr>
          <a:xfrm>
            <a:off x="4846320" y="1188720"/>
            <a:ext cx="64008" cy="8229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1399032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86400" y="12618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Workout Module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486400" y="157276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exercises, sets, reps; receive trainer plans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846320" y="2194560"/>
            <a:ext cx="3931920" cy="82296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26" name="Shape 20"/>
          <p:cNvSpPr/>
          <p:nvPr/>
        </p:nvSpPr>
        <p:spPr>
          <a:xfrm>
            <a:off x="4846320" y="2194560"/>
            <a:ext cx="64008" cy="8229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0" y="2404872"/>
            <a:ext cx="347472" cy="34747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486400" y="22677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Progress Module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5486400" y="257860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history and trend visualization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4846320" y="3200400"/>
            <a:ext cx="3931920" cy="82296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31" name="Shape 24"/>
          <p:cNvSpPr/>
          <p:nvPr/>
        </p:nvSpPr>
        <p:spPr>
          <a:xfrm>
            <a:off x="4846320" y="3200400"/>
            <a:ext cx="64008" cy="8229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0" y="3410712"/>
            <a:ext cx="347472" cy="34747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486400" y="32735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Chat Module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5486400" y="358444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Socket.IO messaging between roles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Authentication &amp; Security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keep user data safe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731520"/>
            <a:ext cx="1005840" cy="100584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408176"/>
            <a:ext cx="347472" cy="34747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0120" y="137160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JWT Middleware for Route Protection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960120" y="1627632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protected API route verifies a JSON Web Token before allowing access.</a:t>
            </a:r>
            <a:endParaRPr lang="en-US" sz="12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2066544"/>
            <a:ext cx="347472" cy="34747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0120" y="2029968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Password Hashing Using bcrypt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960120" y="228600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are never stored in plain text — bcrypt hashes them with a salt.</a:t>
            </a:r>
            <a:endParaRPr lang="en-US" sz="12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724912"/>
            <a:ext cx="347472" cy="34747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60120" y="268833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Token-Based Authentication (7 days)</a:t>
            </a:r>
            <a:endParaRPr lang="en-US" sz="1400" dirty="0"/>
          </a:p>
        </p:txBody>
      </p:sp>
      <p:sp>
        <p:nvSpPr>
          <p:cNvPr id="14" name="Text 8"/>
          <p:cNvSpPr/>
          <p:nvPr/>
        </p:nvSpPr>
        <p:spPr>
          <a:xfrm>
            <a:off x="960120" y="2944368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expire after 7 days, requiring users to re-authenticate for security.</a:t>
            </a:r>
            <a:endParaRPr lang="en-US" sz="1200" dirty="0"/>
          </a:p>
        </p:txBody>
      </p:sp>
      <p:sp>
        <p:nvSpPr>
          <p:cNvPr id="15" name="Shape 9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117"/>
                </a:solidFill>
                <a:latin typeface="New times roman"/>
                <a:ea typeface="Trebuchet MS" pitchFamily="34" charset="-122"/>
                <a:cs typeface="Trebuchet MS" pitchFamily="34" charset="-120"/>
              </a:rPr>
              <a:t>Database Design</a:t>
            </a:r>
            <a:endParaRPr lang="en-US" sz="3200" dirty="0">
              <a:latin typeface="New times roman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82880"/>
            <a:ext cx="731520" cy="7315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65760" y="1005840"/>
            <a:ext cx="260604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365760" y="1005840"/>
            <a:ext cx="2606040" cy="34747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05156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New times roman"/>
                <a:ea typeface="Trebuchet MS" pitchFamily="34" charset="-122"/>
                <a:cs typeface="Trebuchet MS" pitchFamily="34" charset="-120"/>
              </a:rPr>
              <a:t>Users</a:t>
            </a:r>
            <a:endParaRPr lang="en-US" sz="1400" dirty="0">
              <a:latin typeface="New times roman"/>
            </a:endParaRPr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New times roman"/>
                <a:ea typeface="Consolas" pitchFamily="34" charset="-122"/>
                <a:cs typeface="Consolas" pitchFamily="34" charset="-120"/>
              </a:rPr>
              <a:t>id, name, email, role, password</a:t>
            </a:r>
            <a:endParaRPr lang="en-US" sz="1100" dirty="0">
              <a:latin typeface="New times roman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200400" y="1005840"/>
            <a:ext cx="260604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200400" y="1005840"/>
            <a:ext cx="260604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91840" y="105156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New times roman"/>
                <a:ea typeface="Trebuchet MS" pitchFamily="34" charset="-122"/>
                <a:cs typeface="Trebuchet MS" pitchFamily="34" charset="-120"/>
              </a:rPr>
              <a:t>Workouts</a:t>
            </a:r>
            <a:endParaRPr lang="en-US" sz="1400" dirty="0">
              <a:latin typeface="New times roman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291840" y="141732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New times roman"/>
                <a:ea typeface="Consolas" pitchFamily="34" charset="-122"/>
                <a:cs typeface="Consolas" pitchFamily="34" charset="-120"/>
              </a:rPr>
              <a:t>id, user_id, exercise, sets, reps</a:t>
            </a:r>
            <a:endParaRPr lang="en-US" sz="1100" dirty="0">
              <a:latin typeface="New times roman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6035040" y="1005840"/>
            <a:ext cx="260604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035040" y="1005840"/>
            <a:ext cx="260604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26480" y="105156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New times roman"/>
                <a:ea typeface="Trebuchet MS" pitchFamily="34" charset="-122"/>
                <a:cs typeface="Trebuchet MS" pitchFamily="34" charset="-120"/>
              </a:rPr>
              <a:t>Nutrition</a:t>
            </a:r>
            <a:endParaRPr lang="en-US" sz="1400" dirty="0">
              <a:latin typeface="New times roman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126480" y="141732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New times roman"/>
                <a:ea typeface="Consolas" pitchFamily="34" charset="-122"/>
                <a:cs typeface="Consolas" pitchFamily="34" charset="-120"/>
              </a:rPr>
              <a:t>id, user_id, food, calories, date</a:t>
            </a:r>
            <a:endParaRPr lang="en-US" sz="1100" dirty="0">
              <a:latin typeface="New times roman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365760" y="2423160"/>
            <a:ext cx="260604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65760" y="2423160"/>
            <a:ext cx="2606040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246888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New times roman"/>
                <a:ea typeface="Trebuchet MS" pitchFamily="34" charset="-122"/>
                <a:cs typeface="Trebuchet MS" pitchFamily="34" charset="-120"/>
              </a:rPr>
              <a:t>Progress</a:t>
            </a:r>
            <a:endParaRPr lang="en-US" sz="1400" dirty="0">
              <a:latin typeface="New times roman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457200" y="283464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New times roman"/>
                <a:ea typeface="Consolas" pitchFamily="34" charset="-122"/>
                <a:cs typeface="Consolas" pitchFamily="34" charset="-120"/>
              </a:rPr>
              <a:t>id, user_id, weight, bmi, date</a:t>
            </a:r>
            <a:endParaRPr lang="en-US" sz="1100" dirty="0">
              <a:latin typeface="New times roman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3200400" y="2423160"/>
            <a:ext cx="260604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200400" y="2423160"/>
            <a:ext cx="260604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291840" y="246888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New times roman"/>
                <a:ea typeface="Trebuchet MS" pitchFamily="34" charset="-122"/>
                <a:cs typeface="Trebuchet MS" pitchFamily="34" charset="-120"/>
              </a:rPr>
              <a:t>Chat</a:t>
            </a:r>
            <a:endParaRPr lang="en-US" sz="1400" dirty="0">
              <a:latin typeface="New times roman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3291840" y="283464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New times roman"/>
                <a:ea typeface="Consolas" pitchFamily="34" charset="-122"/>
                <a:cs typeface="Consolas" pitchFamily="34" charset="-120"/>
              </a:rPr>
              <a:t>id, sender_id, receiver_id, message</a:t>
            </a:r>
            <a:endParaRPr lang="en-US" sz="1100" dirty="0">
              <a:latin typeface="New times roman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365760" y="44805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New times roman"/>
                <a:ea typeface="Calibri" pitchFamily="34" charset="-122"/>
                <a:cs typeface="Calibri" pitchFamily="34" charset="-120"/>
              </a:rPr>
              <a:t>SQLite Database  •  Default trainer account pre-seeded on startup</a:t>
            </a:r>
            <a:endParaRPr lang="en-US" sz="1200" dirty="0">
              <a:latin typeface="New times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 Implementation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technology stack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731520"/>
            <a:ext cx="1005840" cy="100584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08176"/>
            <a:ext cx="347472" cy="34747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0120" y="137160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Node.js Backend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960120" y="1627632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JavaScript runtime — fast, lightweight, and non-blocking.</a:t>
            </a:r>
            <a:endParaRPr lang="en-US" sz="12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066544"/>
            <a:ext cx="347472" cy="34747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0120" y="2029968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Express.js Server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960120" y="228600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web framework for defining RESTful API routes and middleware.</a:t>
            </a:r>
            <a:endParaRPr lang="en-US" sz="12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2724912"/>
            <a:ext cx="347472" cy="34747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60120" y="268833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Async/Await with Promise Wrapper</a:t>
            </a:r>
            <a:endParaRPr lang="en-US" sz="1400" dirty="0"/>
          </a:p>
        </p:txBody>
      </p:sp>
      <p:sp>
        <p:nvSpPr>
          <p:cNvPr id="14" name="Text 8"/>
          <p:cNvSpPr/>
          <p:nvPr/>
        </p:nvSpPr>
        <p:spPr>
          <a:xfrm>
            <a:off x="960120" y="2944368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database queries wrapped in promises for clean asynchronous code flow.</a:t>
            </a:r>
            <a:endParaRPr lang="en-US" sz="1200" dirty="0"/>
          </a:p>
        </p:txBody>
      </p:sp>
      <p:sp>
        <p:nvSpPr>
          <p:cNvPr id="15" name="Shape 9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Chat System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Trainer–client communication powered by Socket.IO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731520"/>
            <a:ext cx="1005840" cy="100584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408176"/>
            <a:ext cx="347472" cy="34747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0120" y="137160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Socket.IO Integration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960120" y="1627632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Full-duplex WebSocket connection between server and connected clients.</a:t>
            </a:r>
            <a:endParaRPr lang="en-US" sz="12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2066544"/>
            <a:ext cx="347472" cy="34747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0120" y="2029968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Room-Based Communication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960120" y="228600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trainer–client pair communicates in a private room for isolation.</a:t>
            </a:r>
            <a:endParaRPr lang="en-US" sz="12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2724912"/>
            <a:ext cx="347472" cy="34747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60120" y="268833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Messages Stored in Database</a:t>
            </a:r>
            <a:endParaRPr lang="en-US" sz="1400" dirty="0"/>
          </a:p>
        </p:txBody>
      </p:sp>
      <p:sp>
        <p:nvSpPr>
          <p:cNvPr id="14" name="Text 8"/>
          <p:cNvSpPr/>
          <p:nvPr/>
        </p:nvSpPr>
        <p:spPr>
          <a:xfrm>
            <a:off x="960120" y="2944368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chat messages are persisted so history is available after reconnect.</a:t>
            </a:r>
            <a:endParaRPr lang="en-US" sz="1200" dirty="0"/>
          </a:p>
        </p:txBody>
      </p:sp>
      <p:sp>
        <p:nvSpPr>
          <p:cNvPr id="15" name="Shape 9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Workout &amp; Progress System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4114800" cy="1691640"/>
          </a:xfrm>
          <a:prstGeom prst="rect">
            <a:avLst/>
          </a:prstGeom>
          <a:solidFill>
            <a:srgbClr val="E8FBF5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960120"/>
            <a:ext cx="64008" cy="169164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9728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06984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Role-Based Workout Handling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1554480"/>
            <a:ext cx="3794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Trainers and clients see different workout views based on their role.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754880" y="960120"/>
            <a:ext cx="4114800" cy="1691640"/>
          </a:xfrm>
          <a:prstGeom prst="rect">
            <a:avLst/>
          </a:prstGeom>
          <a:solidFill>
            <a:srgbClr val="E8FBF5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54880" y="960120"/>
            <a:ext cx="64008" cy="169164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0972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40680" y="106984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Trainer Sends Suggestions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937760" y="1554480"/>
            <a:ext cx="3794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Trainers can recommend specific exercises for each client.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365760" y="2926080"/>
            <a:ext cx="4114800" cy="1691640"/>
          </a:xfrm>
          <a:prstGeom prst="rect">
            <a:avLst/>
          </a:prstGeom>
          <a:solidFill>
            <a:srgbClr val="E8FBF5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65760" y="2926080"/>
            <a:ext cx="64008" cy="169164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06324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51560" y="303580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Logs Workouts &amp; Weight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548640" y="3520440"/>
            <a:ext cx="3794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record completed exercises, sets, reps, and daily weight.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4754880" y="2926080"/>
            <a:ext cx="4114800" cy="1691640"/>
          </a:xfrm>
          <a:prstGeom prst="rect">
            <a:avLst/>
          </a:prstGeom>
          <a:solidFill>
            <a:srgbClr val="E8FBF5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754880" y="2926080"/>
            <a:ext cx="64008" cy="169164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063240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440680" y="303580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Charts Update Dynamically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4937760" y="3520440"/>
            <a:ext cx="3794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charts re-render automatically whenever new entries are added.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the System Works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user flow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402336" cy="402336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29844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39496" y="1709928"/>
            <a:ext cx="54864" cy="33832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2527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Register / Login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545336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creates an account or logs in with credentials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048256"/>
            <a:ext cx="402336" cy="402336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04825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39496" y="2459736"/>
            <a:ext cx="54864" cy="33832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00253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 Loads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2295144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and stats are fetched and displayed instantly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798064"/>
            <a:ext cx="402336" cy="402336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79806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39496" y="3209544"/>
            <a:ext cx="54864" cy="33832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275234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Data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3044952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logs food, workout, or weight entries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547872"/>
            <a:ext cx="402336" cy="402336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35478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39496" y="3959352"/>
            <a:ext cx="54864" cy="33832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35021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Charts Update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4400" y="3794760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auto-refreshes with the latest data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4297680"/>
            <a:ext cx="402336" cy="402336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42976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14400" y="4251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Trainer Interacts via Chat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14400" y="454456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 sends advice or workout suggestions in real time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Diagrams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2697480" cy="3200400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0515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Case Diagram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2423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actors (Trainer, Client) and their interactions with the system such as login, log workout, send message, and view charts.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2423160" cy="1645920"/>
          </a:xfrm>
          <a:prstGeom prst="rect">
            <a:avLst/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0116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[Diagram Placeholder]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960120"/>
            <a:ext cx="2697480" cy="3200400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37560" y="10515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Activity Diagram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37560" y="1417320"/>
            <a:ext cx="2423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Illustrates the flow of activities from login through data entry, chart rendering, and trainer-client communication.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37560" y="1463040"/>
            <a:ext cx="2423160" cy="1645920"/>
          </a:xfrm>
          <a:prstGeom prst="rect">
            <a:avLst/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20116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[Diagram Placeholder]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960120"/>
            <a:ext cx="2697480" cy="3200400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72200" y="10515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Sequence Diagram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72200" y="1417320"/>
            <a:ext cx="2423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Depicts the step-by-step message flow between the browser, Express server, SQLite database, and Socket.IO during key operations.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72200" y="1463040"/>
            <a:ext cx="2423160" cy="1645920"/>
          </a:xfrm>
          <a:prstGeom prst="rect">
            <a:avLst/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20116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[Diagram Placeholder]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44348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your actual UML diagrams in the placeholders above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 Highlights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implementation snippets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JWT Middleware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8229600" cy="6858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627632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token = req.headers['authorization'];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(!token) return res.status(401).json({error});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decoded = jwt.verify(token, SECRET_KEY);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Login &amp; Registration Logic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8229600" cy="6858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862072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hash = await bcrypt.hash(password, 10);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db.run('INSERT INTO users...');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token = jwt.sign({id, role}, SECRET, {expiresIn:'7d'});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Workout Suggestion Function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4069080"/>
            <a:ext cx="8229600" cy="6858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4096512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socket.on('send_suggestion', async (data) =&gt;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db.run('INSERT INTO workouts...');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io.to(roomId).emit('new_suggestion', data);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achieved with this project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731520"/>
            <a:ext cx="1005840" cy="100584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316736"/>
            <a:ext cx="347472" cy="34747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0120" y="1280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Improved Fitness Tracking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960120" y="1536192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now track workouts, nutrition, BMI, and weight in one place.</a:t>
            </a:r>
            <a:endParaRPr lang="en-US" sz="12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1975104"/>
            <a:ext cx="347472" cy="34747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0120" y="1938528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Easy to Use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960120" y="21945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dashboard interface with intuitive navigation for all users.</a:t>
            </a:r>
            <a:endParaRPr lang="en-US" sz="12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2633472"/>
            <a:ext cx="347472" cy="34747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60120" y="2596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Monitoring</a:t>
            </a:r>
            <a:endParaRPr lang="en-US" sz="1400" dirty="0"/>
          </a:p>
        </p:txBody>
      </p:sp>
      <p:sp>
        <p:nvSpPr>
          <p:cNvPr id="14" name="Text 8"/>
          <p:cNvSpPr/>
          <p:nvPr/>
        </p:nvSpPr>
        <p:spPr>
          <a:xfrm>
            <a:off x="960120" y="2852928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and trainer chat update live without needing to refresh the page.</a:t>
            </a:r>
            <a:endParaRPr lang="en-US" sz="12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3291840"/>
            <a:ext cx="347472" cy="34747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60120" y="3255264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Connected Trainer–Client Pair</a:t>
            </a:r>
            <a:endParaRPr lang="en-US" sz="1400" dirty="0"/>
          </a:p>
        </p:txBody>
      </p:sp>
      <p:sp>
        <p:nvSpPr>
          <p:cNvPr id="17" name="Text 10"/>
          <p:cNvSpPr/>
          <p:nvPr/>
        </p:nvSpPr>
        <p:spPr>
          <a:xfrm>
            <a:off x="960120" y="3511296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Trainers can actively guide and support clients through the portal.</a:t>
            </a:r>
            <a:endParaRPr lang="en-US" sz="1200" dirty="0"/>
          </a:p>
        </p:txBody>
      </p:sp>
      <p:sp>
        <p:nvSpPr>
          <p:cNvPr id="18" name="Shape 1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Improvements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want to take this next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2697480" cy="2743200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35608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86968" y="14173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Mobile App Version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1783080"/>
            <a:ext cx="242316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native iOS/Android app for tracking on the go.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00400" y="1325880"/>
            <a:ext cx="2697480" cy="2743200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1435608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721608" y="14173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AI-Based Recommendations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337560" y="1783080"/>
            <a:ext cx="242316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machine learning to suggest personalized workout and diet plans.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035040" y="1325880"/>
            <a:ext cx="2697480" cy="2743200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1435608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556248" y="14173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 Database Integration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6172200" y="1783080"/>
            <a:ext cx="242316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from SQLite to PostgreSQL or Firebase for scalability.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0" y="4709160"/>
            <a:ext cx="914400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457200" y="47548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  |  Questions?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1052</Words>
  <Application>Microsoft Office PowerPoint</Application>
  <PresentationFormat>On-screen Show (16:9)</PresentationFormat>
  <Paragraphs>177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Consolas</vt:lpstr>
      <vt:lpstr>New times roman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Gym Fitness Tracker Portal System</dc:title>
  <dc:subject>PptxGenJS Presentation</dc:subject>
  <dc:creator>PptxGenJS</dc:creator>
  <cp:lastModifiedBy>User</cp:lastModifiedBy>
  <cp:revision>2</cp:revision>
  <dcterms:created xsi:type="dcterms:W3CDTF">2026-06-02T01:45:35Z</dcterms:created>
  <dcterms:modified xsi:type="dcterms:W3CDTF">2026-06-02T01:51:04Z</dcterms:modified>
</cp:coreProperties>
</file>